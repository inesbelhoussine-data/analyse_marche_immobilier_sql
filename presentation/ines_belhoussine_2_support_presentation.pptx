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  <p:sldId id="276" r:id="rId23"/>
    <p:sldId id="277" r:id="rId24"/>
    <p:sldId id="266" r:id="rId25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4A099-E954-4CB8-8DD9-3E4C81B36EFA}" v="10" dt="2026-03-08T14:40:47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0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es Belhoussine" userId="8779269a92f3eda0" providerId="LiveId" clId="{EDAE93F2-2B1F-4FE5-BBF4-E2EB8FC2390D}"/>
    <pc:docChg chg="undo custSel addSld modSld">
      <pc:chgData name="Ines Belhoussine" userId="8779269a92f3eda0" providerId="LiveId" clId="{EDAE93F2-2B1F-4FE5-BBF4-E2EB8FC2390D}" dt="2026-03-13T18:30:00.708" v="2342" actId="1076"/>
      <pc:docMkLst>
        <pc:docMk/>
      </pc:docMkLst>
      <pc:sldChg chg="delSp modSp mod">
        <pc:chgData name="Ines Belhoussine" userId="8779269a92f3eda0" providerId="LiveId" clId="{EDAE93F2-2B1F-4FE5-BBF4-E2EB8FC2390D}" dt="2026-03-08T20:01:50.387" v="2299" actId="20577"/>
        <pc:sldMkLst>
          <pc:docMk/>
          <pc:sldMk cId="0" sldId="256"/>
        </pc:sldMkLst>
        <pc:spChg chg="mod">
          <ac:chgData name="Ines Belhoussine" userId="8779269a92f3eda0" providerId="LiveId" clId="{EDAE93F2-2B1F-4FE5-BBF4-E2EB8FC2390D}" dt="2026-02-28T13:13:41.174" v="107" actId="20577"/>
          <ac:spMkLst>
            <pc:docMk/>
            <pc:sldMk cId="0" sldId="256"/>
            <ac:spMk id="255" creationId="{00000000-0000-0000-0000-000000000000}"/>
          </ac:spMkLst>
        </pc:spChg>
        <pc:spChg chg="mod">
          <ac:chgData name="Ines Belhoussine" userId="8779269a92f3eda0" providerId="LiveId" clId="{EDAE93F2-2B1F-4FE5-BBF4-E2EB8FC2390D}" dt="2026-03-08T20:01:50.387" v="2299" actId="20577"/>
          <ac:spMkLst>
            <pc:docMk/>
            <pc:sldMk cId="0" sldId="256"/>
            <ac:spMk id="256" creationId="{00000000-0000-0000-0000-000000000000}"/>
          </ac:spMkLst>
        </pc:spChg>
      </pc:sldChg>
      <pc:sldChg chg="modSp mod">
        <pc:chgData name="Ines Belhoussine" userId="8779269a92f3eda0" providerId="LiveId" clId="{EDAE93F2-2B1F-4FE5-BBF4-E2EB8FC2390D}" dt="2026-03-10T18:49:23.272" v="2303" actId="207"/>
        <pc:sldMkLst>
          <pc:docMk/>
          <pc:sldMk cId="0" sldId="257"/>
        </pc:sldMkLst>
        <pc:spChg chg="mod">
          <ac:chgData name="Ines Belhoussine" userId="8779269a92f3eda0" providerId="LiveId" clId="{EDAE93F2-2B1F-4FE5-BBF4-E2EB8FC2390D}" dt="2026-03-10T18:49:23.272" v="2303" actId="207"/>
          <ac:spMkLst>
            <pc:docMk/>
            <pc:sldMk cId="0" sldId="257"/>
            <ac:spMk id="266" creationId="{00000000-0000-0000-0000-000000000000}"/>
          </ac:spMkLst>
        </pc:spChg>
        <pc:spChg chg="mod">
          <ac:chgData name="Ines Belhoussine" userId="8779269a92f3eda0" providerId="LiveId" clId="{EDAE93F2-2B1F-4FE5-BBF4-E2EB8FC2390D}" dt="2026-03-10T18:49:17.076" v="2302" actId="207"/>
          <ac:spMkLst>
            <pc:docMk/>
            <pc:sldMk cId="0" sldId="257"/>
            <ac:spMk id="267" creationId="{00000000-0000-0000-0000-000000000000}"/>
          </ac:spMkLst>
        </pc:spChg>
      </pc:sldChg>
      <pc:sldChg chg="modSp mod">
        <pc:chgData name="Ines Belhoussine" userId="8779269a92f3eda0" providerId="LiveId" clId="{EDAE93F2-2B1F-4FE5-BBF4-E2EB8FC2390D}" dt="2026-03-12T05:17:28.662" v="2309" actId="115"/>
        <pc:sldMkLst>
          <pc:docMk/>
          <pc:sldMk cId="0" sldId="258"/>
        </pc:sldMkLst>
        <pc:spChg chg="mod">
          <ac:chgData name="Ines Belhoussine" userId="8779269a92f3eda0" providerId="LiveId" clId="{EDAE93F2-2B1F-4FE5-BBF4-E2EB8FC2390D}" dt="2026-03-12T05:17:28.662" v="2309" actId="115"/>
          <ac:spMkLst>
            <pc:docMk/>
            <pc:sldMk cId="0" sldId="258"/>
            <ac:spMk id="277" creationId="{00000000-0000-0000-0000-000000000000}"/>
          </ac:spMkLst>
        </pc:spChg>
      </pc:sldChg>
      <pc:sldChg chg="modSp mod">
        <pc:chgData name="Ines Belhoussine" userId="8779269a92f3eda0" providerId="LiveId" clId="{EDAE93F2-2B1F-4FE5-BBF4-E2EB8FC2390D}" dt="2026-03-12T05:17:35.456" v="2311" actId="115"/>
        <pc:sldMkLst>
          <pc:docMk/>
          <pc:sldMk cId="0" sldId="259"/>
        </pc:sldMkLst>
        <pc:spChg chg="mod">
          <ac:chgData name="Ines Belhoussine" userId="8779269a92f3eda0" providerId="LiveId" clId="{EDAE93F2-2B1F-4FE5-BBF4-E2EB8FC2390D}" dt="2026-03-12T05:17:35.456" v="2311" actId="115"/>
          <ac:spMkLst>
            <pc:docMk/>
            <pc:sldMk cId="0" sldId="259"/>
            <ac:spMk id="286" creationId="{00000000-0000-0000-0000-000000000000}"/>
          </ac:spMkLst>
        </pc:spChg>
      </pc:sldChg>
      <pc:sldChg chg="addSp modSp mod">
        <pc:chgData name="Ines Belhoussine" userId="8779269a92f3eda0" providerId="LiveId" clId="{EDAE93F2-2B1F-4FE5-BBF4-E2EB8FC2390D}" dt="2026-02-28T15:00:27.403" v="1284" actId="20577"/>
        <pc:sldMkLst>
          <pc:docMk/>
          <pc:sldMk cId="0" sldId="260"/>
        </pc:sldMkLst>
        <pc:spChg chg="mod">
          <ac:chgData name="Ines Belhoussine" userId="8779269a92f3eda0" providerId="LiveId" clId="{EDAE93F2-2B1F-4FE5-BBF4-E2EB8FC2390D}" dt="2026-02-28T15:00:27.403" v="1284" actId="20577"/>
          <ac:spMkLst>
            <pc:docMk/>
            <pc:sldMk cId="0" sldId="260"/>
            <ac:spMk id="294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2-28T15:00:21.222" v="1277" actId="1076"/>
          <ac:picMkLst>
            <pc:docMk/>
            <pc:sldMk cId="0" sldId="260"/>
            <ac:picMk id="3" creationId="{CDB4B1F3-F21C-09D6-FB29-5C07F041A7BF}"/>
          </ac:picMkLst>
        </pc:picChg>
      </pc:sldChg>
      <pc:sldChg chg="addSp delSp modSp mod">
        <pc:chgData name="Ines Belhoussine" userId="8779269a92f3eda0" providerId="LiveId" clId="{EDAE93F2-2B1F-4FE5-BBF4-E2EB8FC2390D}" dt="2026-03-13T18:30:00.708" v="2342" actId="1076"/>
        <pc:sldMkLst>
          <pc:docMk/>
          <pc:sldMk cId="0" sldId="261"/>
        </pc:sldMkLst>
        <pc:spChg chg="mod">
          <ac:chgData name="Ines Belhoussine" userId="8779269a92f3eda0" providerId="LiveId" clId="{EDAE93F2-2B1F-4FE5-BBF4-E2EB8FC2390D}" dt="2026-03-08T15:13:36.970" v="2269" actId="20577"/>
          <ac:spMkLst>
            <pc:docMk/>
            <pc:sldMk cId="0" sldId="261"/>
            <ac:spMk id="303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3-13T18:30:00.708" v="2342" actId="1076"/>
          <ac:picMkLst>
            <pc:docMk/>
            <pc:sldMk cId="0" sldId="261"/>
            <ac:picMk id="3" creationId="{577ACE79-B5AF-9B37-5964-5D4EBA2CDA3B}"/>
          </ac:picMkLst>
        </pc:picChg>
        <pc:picChg chg="add del mod">
          <ac:chgData name="Ines Belhoussine" userId="8779269a92f3eda0" providerId="LiveId" clId="{EDAE93F2-2B1F-4FE5-BBF4-E2EB8FC2390D}" dt="2026-03-13T18:29:54.640" v="2338" actId="478"/>
          <ac:picMkLst>
            <pc:docMk/>
            <pc:sldMk cId="0" sldId="261"/>
            <ac:picMk id="7" creationId="{1AF99F61-B243-3F06-281C-EEC2B35D4186}"/>
          </ac:picMkLst>
        </pc:picChg>
      </pc:sldChg>
      <pc:sldChg chg="addSp delSp modSp mod">
        <pc:chgData name="Ines Belhoussine" userId="8779269a92f3eda0" providerId="LiveId" clId="{EDAE93F2-2B1F-4FE5-BBF4-E2EB8FC2390D}" dt="2026-03-08T13:54:39.838" v="1707" actId="962"/>
        <pc:sldMkLst>
          <pc:docMk/>
          <pc:sldMk cId="0" sldId="262"/>
        </pc:sldMkLst>
        <pc:spChg chg="mod">
          <ac:chgData name="Ines Belhoussine" userId="8779269a92f3eda0" providerId="LiveId" clId="{EDAE93F2-2B1F-4FE5-BBF4-E2EB8FC2390D}" dt="2026-02-19T17:59:30.482" v="0" actId="1076"/>
          <ac:spMkLst>
            <pc:docMk/>
            <pc:sldMk cId="0" sldId="262"/>
            <ac:spMk id="312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3-08T13:54:39.838" v="1707" actId="962"/>
          <ac:picMkLst>
            <pc:docMk/>
            <pc:sldMk cId="0" sldId="262"/>
            <ac:picMk id="13" creationId="{1CAC02ED-9D12-F829-B208-AA84742F26A9}"/>
          </ac:picMkLst>
        </pc:picChg>
      </pc:sldChg>
      <pc:sldChg chg="addSp delSp modSp mod">
        <pc:chgData name="Ines Belhoussine" userId="8779269a92f3eda0" providerId="LiveId" clId="{EDAE93F2-2B1F-4FE5-BBF4-E2EB8FC2390D}" dt="2026-03-08T13:59:32.820" v="1745" actId="1076"/>
        <pc:sldMkLst>
          <pc:docMk/>
          <pc:sldMk cId="0" sldId="263"/>
        </pc:sldMkLst>
        <pc:spChg chg="mod">
          <ac:chgData name="Ines Belhoussine" userId="8779269a92f3eda0" providerId="LiveId" clId="{EDAE93F2-2B1F-4FE5-BBF4-E2EB8FC2390D}" dt="2026-02-28T15:05:21.142" v="1355"/>
          <ac:spMkLst>
            <pc:docMk/>
            <pc:sldMk cId="0" sldId="263"/>
            <ac:spMk id="323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3-08T13:55:19.255" v="1719" actId="1076"/>
          <ac:picMkLst>
            <pc:docMk/>
            <pc:sldMk cId="0" sldId="263"/>
            <ac:picMk id="10" creationId="{48A78C91-9178-CE38-B43E-E6F65A866132}"/>
          </ac:picMkLst>
        </pc:picChg>
        <pc:picChg chg="add mod">
          <ac:chgData name="Ines Belhoussine" userId="8779269a92f3eda0" providerId="LiveId" clId="{EDAE93F2-2B1F-4FE5-BBF4-E2EB8FC2390D}" dt="2026-03-08T13:55:14.906" v="1716" actId="1076"/>
          <ac:picMkLst>
            <pc:docMk/>
            <pc:sldMk cId="0" sldId="263"/>
            <ac:picMk id="11" creationId="{E4F507D1-D32B-6855-7204-6DEAA3270EA1}"/>
          </ac:picMkLst>
        </pc:picChg>
        <pc:picChg chg="add mod">
          <ac:chgData name="Ines Belhoussine" userId="8779269a92f3eda0" providerId="LiveId" clId="{EDAE93F2-2B1F-4FE5-BBF4-E2EB8FC2390D}" dt="2026-03-08T13:55:27.160" v="1724" actId="1076"/>
          <ac:picMkLst>
            <pc:docMk/>
            <pc:sldMk cId="0" sldId="263"/>
            <ac:picMk id="12" creationId="{7CCE95EA-DC8A-7BFB-372A-81191E6C1057}"/>
          </ac:picMkLst>
        </pc:picChg>
        <pc:picChg chg="add mod">
          <ac:chgData name="Ines Belhoussine" userId="8779269a92f3eda0" providerId="LiveId" clId="{EDAE93F2-2B1F-4FE5-BBF4-E2EB8FC2390D}" dt="2026-03-08T13:55:22.302" v="1721" actId="1076"/>
          <ac:picMkLst>
            <pc:docMk/>
            <pc:sldMk cId="0" sldId="263"/>
            <ac:picMk id="14" creationId="{CB851C7B-0035-DDED-3A5F-09F4D95A6E99}"/>
          </ac:picMkLst>
        </pc:picChg>
        <pc:picChg chg="add mod">
          <ac:chgData name="Ines Belhoussine" userId="8779269a92f3eda0" providerId="LiveId" clId="{EDAE93F2-2B1F-4FE5-BBF4-E2EB8FC2390D}" dt="2026-03-08T13:59:32.820" v="1745" actId="1076"/>
          <ac:picMkLst>
            <pc:docMk/>
            <pc:sldMk cId="0" sldId="263"/>
            <ac:picMk id="20" creationId="{0081EEDC-FADF-0409-62B9-DC84D41D6449}"/>
          </ac:picMkLst>
        </pc:picChg>
      </pc:sldChg>
      <pc:sldChg chg="addSp delSp modSp mod">
        <pc:chgData name="Ines Belhoussine" userId="8779269a92f3eda0" providerId="LiveId" clId="{EDAE93F2-2B1F-4FE5-BBF4-E2EB8FC2390D}" dt="2026-03-08T20:02:13.970" v="2301" actId="478"/>
        <pc:sldMkLst>
          <pc:docMk/>
          <pc:sldMk cId="0" sldId="264"/>
        </pc:sldMkLst>
      </pc:sldChg>
      <pc:sldChg chg="addSp delSp modSp mod">
        <pc:chgData name="Ines Belhoussine" userId="8779269a92f3eda0" providerId="LiveId" clId="{EDAE93F2-2B1F-4FE5-BBF4-E2EB8FC2390D}" dt="2026-03-08T14:22:39.734" v="1988" actId="1076"/>
        <pc:sldMkLst>
          <pc:docMk/>
          <pc:sldMk cId="0" sldId="265"/>
        </pc:sldMkLst>
        <pc:spChg chg="mod">
          <ac:chgData name="Ines Belhoussine" userId="8779269a92f3eda0" providerId="LiveId" clId="{EDAE93F2-2B1F-4FE5-BBF4-E2EB8FC2390D}" dt="2026-02-28T15:17:34.253" v="1609"/>
          <ac:spMkLst>
            <pc:docMk/>
            <pc:sldMk cId="0" sldId="265"/>
            <ac:spMk id="344" creationId="{00000000-0000-0000-0000-000000000000}"/>
          </ac:spMkLst>
        </pc:spChg>
        <pc:spChg chg="mod">
          <ac:chgData name="Ines Belhoussine" userId="8779269a92f3eda0" providerId="LiveId" clId="{EDAE93F2-2B1F-4FE5-BBF4-E2EB8FC2390D}" dt="2026-03-08T14:22:34.526" v="1985" actId="20577"/>
          <ac:spMkLst>
            <pc:docMk/>
            <pc:sldMk cId="0" sldId="265"/>
            <ac:spMk id="345" creationId="{00000000-0000-0000-0000-000000000000}"/>
          </ac:spMkLst>
        </pc:spChg>
        <pc:picChg chg="add mod">
          <ac:chgData name="Ines Belhoussine" userId="8779269a92f3eda0" providerId="LiveId" clId="{EDAE93F2-2B1F-4FE5-BBF4-E2EB8FC2390D}" dt="2026-03-08T14:22:39.734" v="1988" actId="1076"/>
          <ac:picMkLst>
            <pc:docMk/>
            <pc:sldMk cId="0" sldId="265"/>
            <ac:picMk id="7" creationId="{603EC749-F6BA-7597-D754-46BF5FC6D484}"/>
          </ac:picMkLst>
        </pc:picChg>
      </pc:sldChg>
      <pc:sldChg chg="addSp delSp modSp add mod">
        <pc:chgData name="Ines Belhoussine" userId="8779269a92f3eda0" providerId="LiveId" clId="{EDAE93F2-2B1F-4FE5-BBF4-E2EB8FC2390D}" dt="2026-03-08T14:28:30.285" v="2003" actId="1076"/>
        <pc:sldMkLst>
          <pc:docMk/>
          <pc:sldMk cId="1211628523" sldId="267"/>
        </pc:sldMkLst>
        <pc:spChg chg="mod">
          <ac:chgData name="Ines Belhoussine" userId="8779269a92f3eda0" providerId="LiveId" clId="{EDAE93F2-2B1F-4FE5-BBF4-E2EB8FC2390D}" dt="2026-02-27T15:08:08.177" v="3" actId="20577"/>
          <ac:spMkLst>
            <pc:docMk/>
            <pc:sldMk cId="1211628523" sldId="267"/>
            <ac:spMk id="341" creationId="{AA5F84EE-74E9-4CA4-2ED2-700A1E2FF1B3}"/>
          </ac:spMkLst>
        </pc:spChg>
        <pc:spChg chg="mod">
          <ac:chgData name="Ines Belhoussine" userId="8779269a92f3eda0" providerId="LiveId" clId="{EDAE93F2-2B1F-4FE5-BBF4-E2EB8FC2390D}" dt="2026-02-28T15:20:04.300" v="1625" actId="20577"/>
          <ac:spMkLst>
            <pc:docMk/>
            <pc:sldMk cId="1211628523" sldId="267"/>
            <ac:spMk id="344" creationId="{E1A13FB6-35DB-BBCD-F904-367E3E7AD50C}"/>
          </ac:spMkLst>
        </pc:spChg>
        <pc:picChg chg="add mod">
          <ac:chgData name="Ines Belhoussine" userId="8779269a92f3eda0" providerId="LiveId" clId="{EDAE93F2-2B1F-4FE5-BBF4-E2EB8FC2390D}" dt="2026-03-08T14:27:29.588" v="1996" actId="14100"/>
          <ac:picMkLst>
            <pc:docMk/>
            <pc:sldMk cId="1211628523" sldId="267"/>
            <ac:picMk id="7" creationId="{66327C3B-F6AE-FFB9-E31B-760C9FECB297}"/>
          </ac:picMkLst>
        </pc:picChg>
        <pc:picChg chg="add mod">
          <ac:chgData name="Ines Belhoussine" userId="8779269a92f3eda0" providerId="LiveId" clId="{EDAE93F2-2B1F-4FE5-BBF4-E2EB8FC2390D}" dt="2026-03-08T14:28:30.285" v="2003" actId="1076"/>
          <ac:picMkLst>
            <pc:docMk/>
            <pc:sldMk cId="1211628523" sldId="267"/>
            <ac:picMk id="9" creationId="{F40C7EA2-4ED9-FACF-B0BA-4970EC6B7031}"/>
          </ac:picMkLst>
        </pc:picChg>
      </pc:sldChg>
      <pc:sldChg chg="addSp delSp modSp add mod">
        <pc:chgData name="Ines Belhoussine" userId="8779269a92f3eda0" providerId="LiveId" clId="{EDAE93F2-2B1F-4FE5-BBF4-E2EB8FC2390D}" dt="2026-03-08T14:31:51.196" v="2016" actId="1076"/>
        <pc:sldMkLst>
          <pc:docMk/>
          <pc:sldMk cId="2908248190" sldId="268"/>
        </pc:sldMkLst>
        <pc:spChg chg="mod">
          <ac:chgData name="Ines Belhoussine" userId="8779269a92f3eda0" providerId="LiveId" clId="{EDAE93F2-2B1F-4FE5-BBF4-E2EB8FC2390D}" dt="2026-02-28T15:16:07.845" v="1506" actId="20577"/>
          <ac:spMkLst>
            <pc:docMk/>
            <pc:sldMk cId="2908248190" sldId="268"/>
            <ac:spMk id="341" creationId="{CFE4F53D-47BA-3B4B-ED6E-8BD07CA57515}"/>
          </ac:spMkLst>
        </pc:spChg>
        <pc:spChg chg="mod">
          <ac:chgData name="Ines Belhoussine" userId="8779269a92f3eda0" providerId="LiveId" clId="{EDAE93F2-2B1F-4FE5-BBF4-E2EB8FC2390D}" dt="2026-02-28T15:20:54.680" v="1637"/>
          <ac:spMkLst>
            <pc:docMk/>
            <pc:sldMk cId="2908248190" sldId="268"/>
            <ac:spMk id="344" creationId="{B770B571-DA8B-8B20-054D-D867E11FEAC6}"/>
          </ac:spMkLst>
        </pc:spChg>
        <pc:picChg chg="add mod">
          <ac:chgData name="Ines Belhoussine" userId="8779269a92f3eda0" providerId="LiveId" clId="{EDAE93F2-2B1F-4FE5-BBF4-E2EB8FC2390D}" dt="2026-03-08T14:30:11.555" v="2011" actId="1076"/>
          <ac:picMkLst>
            <pc:docMk/>
            <pc:sldMk cId="2908248190" sldId="268"/>
            <ac:picMk id="7" creationId="{A89776FA-7D32-B3E7-1B76-C3432B3AE844}"/>
          </ac:picMkLst>
        </pc:picChg>
        <pc:picChg chg="add mod">
          <ac:chgData name="Ines Belhoussine" userId="8779269a92f3eda0" providerId="LiveId" clId="{EDAE93F2-2B1F-4FE5-BBF4-E2EB8FC2390D}" dt="2026-03-08T14:31:51.196" v="2016" actId="1076"/>
          <ac:picMkLst>
            <pc:docMk/>
            <pc:sldMk cId="2908248190" sldId="268"/>
            <ac:picMk id="9" creationId="{C8EE7546-9FAE-42F2-7308-F5F849BDE98E}"/>
          </ac:picMkLst>
        </pc:picChg>
      </pc:sldChg>
      <pc:sldChg chg="addSp delSp modSp add mod">
        <pc:chgData name="Ines Belhoussine" userId="8779269a92f3eda0" providerId="LiveId" clId="{EDAE93F2-2B1F-4FE5-BBF4-E2EB8FC2390D}" dt="2026-03-08T14:33:29.930" v="2031" actId="1076"/>
        <pc:sldMkLst>
          <pc:docMk/>
          <pc:sldMk cId="950038076" sldId="269"/>
        </pc:sldMkLst>
        <pc:spChg chg="mod">
          <ac:chgData name="Ines Belhoussine" userId="8779269a92f3eda0" providerId="LiveId" clId="{EDAE93F2-2B1F-4FE5-BBF4-E2EB8FC2390D}" dt="2026-02-28T15:16:11.505" v="1508" actId="20577"/>
          <ac:spMkLst>
            <pc:docMk/>
            <pc:sldMk cId="950038076" sldId="269"/>
            <ac:spMk id="341" creationId="{5D63357B-171B-F8AF-1B8D-A899372A27EA}"/>
          </ac:spMkLst>
        </pc:spChg>
        <pc:spChg chg="mod">
          <ac:chgData name="Ines Belhoussine" userId="8779269a92f3eda0" providerId="LiveId" clId="{EDAE93F2-2B1F-4FE5-BBF4-E2EB8FC2390D}" dt="2026-02-28T15:23:42.505" v="1651"/>
          <ac:spMkLst>
            <pc:docMk/>
            <pc:sldMk cId="950038076" sldId="269"/>
            <ac:spMk id="344" creationId="{B230CCF5-0AE8-A37B-4E04-E139F1ABEE1F}"/>
          </ac:spMkLst>
        </pc:spChg>
        <pc:picChg chg="add mod">
          <ac:chgData name="Ines Belhoussine" userId="8779269a92f3eda0" providerId="LiveId" clId="{EDAE93F2-2B1F-4FE5-BBF4-E2EB8FC2390D}" dt="2026-03-08T14:32:55.508" v="2025" actId="14100"/>
          <ac:picMkLst>
            <pc:docMk/>
            <pc:sldMk cId="950038076" sldId="269"/>
            <ac:picMk id="9" creationId="{BCBE47B6-55BE-6F16-C614-202B7C099B04}"/>
          </ac:picMkLst>
        </pc:picChg>
        <pc:picChg chg="add mod">
          <ac:chgData name="Ines Belhoussine" userId="8779269a92f3eda0" providerId="LiveId" clId="{EDAE93F2-2B1F-4FE5-BBF4-E2EB8FC2390D}" dt="2026-03-08T14:33:29.930" v="2031" actId="1076"/>
          <ac:picMkLst>
            <pc:docMk/>
            <pc:sldMk cId="950038076" sldId="269"/>
            <ac:picMk id="11" creationId="{29EB44AE-2068-5DFB-F759-3028512A9416}"/>
          </ac:picMkLst>
        </pc:picChg>
      </pc:sldChg>
      <pc:sldChg chg="addSp delSp modSp add mod">
        <pc:chgData name="Ines Belhoussine" userId="8779269a92f3eda0" providerId="LiveId" clId="{EDAE93F2-2B1F-4FE5-BBF4-E2EB8FC2390D}" dt="2026-03-08T14:36:12.437" v="2130" actId="1076"/>
        <pc:sldMkLst>
          <pc:docMk/>
          <pc:sldMk cId="3597864330" sldId="270"/>
        </pc:sldMkLst>
        <pc:spChg chg="mod">
          <ac:chgData name="Ines Belhoussine" userId="8779269a92f3eda0" providerId="LiveId" clId="{EDAE93F2-2B1F-4FE5-BBF4-E2EB8FC2390D}" dt="2026-02-28T15:16:15.716" v="1510" actId="20577"/>
          <ac:spMkLst>
            <pc:docMk/>
            <pc:sldMk cId="3597864330" sldId="270"/>
            <ac:spMk id="341" creationId="{666C66DE-04F7-4290-5FAF-AFE1D0B36A50}"/>
          </ac:spMkLst>
        </pc:spChg>
        <pc:spChg chg="mod">
          <ac:chgData name="Ines Belhoussine" userId="8779269a92f3eda0" providerId="LiveId" clId="{EDAE93F2-2B1F-4FE5-BBF4-E2EB8FC2390D}" dt="2026-02-28T15:27:32.302" v="1668"/>
          <ac:spMkLst>
            <pc:docMk/>
            <pc:sldMk cId="3597864330" sldId="270"/>
            <ac:spMk id="344" creationId="{FC9458C3-C6AC-5861-8BEF-4AF32AD5A5D4}"/>
          </ac:spMkLst>
        </pc:spChg>
        <pc:spChg chg="mod">
          <ac:chgData name="Ines Belhoussine" userId="8779269a92f3eda0" providerId="LiveId" clId="{EDAE93F2-2B1F-4FE5-BBF4-E2EB8FC2390D}" dt="2026-03-08T14:36:08.570" v="2129" actId="20577"/>
          <ac:spMkLst>
            <pc:docMk/>
            <pc:sldMk cId="3597864330" sldId="270"/>
            <ac:spMk id="345" creationId="{C1FC7630-1B2C-355F-05B2-C48B67F67D3C}"/>
          </ac:spMkLst>
        </pc:spChg>
        <pc:picChg chg="add mod">
          <ac:chgData name="Ines Belhoussine" userId="8779269a92f3eda0" providerId="LiveId" clId="{EDAE93F2-2B1F-4FE5-BBF4-E2EB8FC2390D}" dt="2026-03-08T14:36:12.437" v="2130" actId="1076"/>
          <ac:picMkLst>
            <pc:docMk/>
            <pc:sldMk cId="3597864330" sldId="270"/>
            <ac:picMk id="5" creationId="{08004902-4B99-10FC-593F-77AA81BC94BC}"/>
          </ac:picMkLst>
        </pc:picChg>
      </pc:sldChg>
      <pc:sldChg chg="addSp modSp add mod">
        <pc:chgData name="Ines Belhoussine" userId="8779269a92f3eda0" providerId="LiveId" clId="{EDAE93F2-2B1F-4FE5-BBF4-E2EB8FC2390D}" dt="2026-03-08T14:54:37.559" v="2253" actId="1076"/>
        <pc:sldMkLst>
          <pc:docMk/>
          <pc:sldMk cId="1643203620" sldId="271"/>
        </pc:sldMkLst>
        <pc:spChg chg="mod">
          <ac:chgData name="Ines Belhoussine" userId="8779269a92f3eda0" providerId="LiveId" clId="{EDAE93F2-2B1F-4FE5-BBF4-E2EB8FC2390D}" dt="2026-02-28T15:16:23.522" v="1512" actId="20577"/>
          <ac:spMkLst>
            <pc:docMk/>
            <pc:sldMk cId="1643203620" sldId="271"/>
            <ac:spMk id="341" creationId="{1DDBE55A-48C4-276C-540D-E8496295049D}"/>
          </ac:spMkLst>
        </pc:spChg>
        <pc:spChg chg="mod">
          <ac:chgData name="Ines Belhoussine" userId="8779269a92f3eda0" providerId="LiveId" clId="{EDAE93F2-2B1F-4FE5-BBF4-E2EB8FC2390D}" dt="2026-03-08T14:36:49.442" v="2144"/>
          <ac:spMkLst>
            <pc:docMk/>
            <pc:sldMk cId="1643203620" sldId="271"/>
            <ac:spMk id="344" creationId="{F89BE422-83D4-1DF5-0DEE-9109075FF0BC}"/>
          </ac:spMkLst>
        </pc:spChg>
        <pc:picChg chg="add mod">
          <ac:chgData name="Ines Belhoussine" userId="8779269a92f3eda0" providerId="LiveId" clId="{EDAE93F2-2B1F-4FE5-BBF4-E2EB8FC2390D}" dt="2026-03-08T14:54:05.954" v="2244" actId="1076"/>
          <ac:picMkLst>
            <pc:docMk/>
            <pc:sldMk cId="1643203620" sldId="271"/>
            <ac:picMk id="3" creationId="{A043ABB8-9E9B-5D36-2720-8921D6D45A46}"/>
          </ac:picMkLst>
        </pc:picChg>
        <pc:picChg chg="add mod">
          <ac:chgData name="Ines Belhoussine" userId="8779269a92f3eda0" providerId="LiveId" clId="{EDAE93F2-2B1F-4FE5-BBF4-E2EB8FC2390D}" dt="2026-03-08T14:54:37.559" v="2253" actId="1076"/>
          <ac:picMkLst>
            <pc:docMk/>
            <pc:sldMk cId="1643203620" sldId="271"/>
            <ac:picMk id="5" creationId="{9A8FFDD0-66FC-F1F9-2144-50245B6E7B93}"/>
          </ac:picMkLst>
        </pc:picChg>
      </pc:sldChg>
      <pc:sldChg chg="addSp modSp add mod">
        <pc:chgData name="Ines Belhoussine" userId="8779269a92f3eda0" providerId="LiveId" clId="{EDAE93F2-2B1F-4FE5-BBF4-E2EB8FC2390D}" dt="2026-03-13T16:16:27.536" v="2323" actId="5793"/>
        <pc:sldMkLst>
          <pc:docMk/>
          <pc:sldMk cId="1908256670" sldId="272"/>
        </pc:sldMkLst>
        <pc:spChg chg="mod">
          <ac:chgData name="Ines Belhoussine" userId="8779269a92f3eda0" providerId="LiveId" clId="{EDAE93F2-2B1F-4FE5-BBF4-E2EB8FC2390D}" dt="2026-02-28T15:16:27.074" v="1514" actId="20577"/>
          <ac:spMkLst>
            <pc:docMk/>
            <pc:sldMk cId="1908256670" sldId="272"/>
            <ac:spMk id="341" creationId="{423EDD80-55A0-BE9A-BBF4-C956C0F1C518}"/>
          </ac:spMkLst>
        </pc:spChg>
        <pc:spChg chg="mod">
          <ac:chgData name="Ines Belhoussine" userId="8779269a92f3eda0" providerId="LiveId" clId="{EDAE93F2-2B1F-4FE5-BBF4-E2EB8FC2390D}" dt="2026-03-08T14:39:23.241" v="2151"/>
          <ac:spMkLst>
            <pc:docMk/>
            <pc:sldMk cId="1908256670" sldId="272"/>
            <ac:spMk id="344" creationId="{02DB34D5-09FF-0F5E-12C4-B127C63BC221}"/>
          </ac:spMkLst>
        </pc:spChg>
        <pc:spChg chg="mod">
          <ac:chgData name="Ines Belhoussine" userId="8779269a92f3eda0" providerId="LiveId" clId="{EDAE93F2-2B1F-4FE5-BBF4-E2EB8FC2390D}" dt="2026-03-13T16:16:27.536" v="2323" actId="5793"/>
          <ac:spMkLst>
            <pc:docMk/>
            <pc:sldMk cId="1908256670" sldId="272"/>
            <ac:spMk id="345" creationId="{FA84490B-408A-A2D5-3624-187DA839CC29}"/>
          </ac:spMkLst>
        </pc:spChg>
        <pc:picChg chg="add mod">
          <ac:chgData name="Ines Belhoussine" userId="8779269a92f3eda0" providerId="LiveId" clId="{EDAE93F2-2B1F-4FE5-BBF4-E2EB8FC2390D}" dt="2026-03-08T14:39:15.333" v="2149" actId="1076"/>
          <ac:picMkLst>
            <pc:docMk/>
            <pc:sldMk cId="1908256670" sldId="272"/>
            <ac:picMk id="3" creationId="{8B2BF8AE-1269-F20A-03E5-991E3C604A01}"/>
          </ac:picMkLst>
        </pc:picChg>
        <pc:picChg chg="add mod">
          <ac:chgData name="Ines Belhoussine" userId="8779269a92f3eda0" providerId="LiveId" clId="{EDAE93F2-2B1F-4FE5-BBF4-E2EB8FC2390D}" dt="2026-03-08T14:39:41.904" v="2155" actId="1076"/>
          <ac:picMkLst>
            <pc:docMk/>
            <pc:sldMk cId="1908256670" sldId="272"/>
            <ac:picMk id="5" creationId="{69A3A742-D8A9-3EE9-260F-EAC2450A9CE1}"/>
          </ac:picMkLst>
        </pc:picChg>
      </pc:sldChg>
      <pc:sldChg chg="addSp modSp add mod">
        <pc:chgData name="Ines Belhoussine" userId="8779269a92f3eda0" providerId="LiveId" clId="{EDAE93F2-2B1F-4FE5-BBF4-E2EB8FC2390D}" dt="2026-03-08T14:41:53.119" v="2174" actId="1076"/>
        <pc:sldMkLst>
          <pc:docMk/>
          <pc:sldMk cId="746317606" sldId="273"/>
        </pc:sldMkLst>
        <pc:spChg chg="mod">
          <ac:chgData name="Ines Belhoussine" userId="8779269a92f3eda0" providerId="LiveId" clId="{EDAE93F2-2B1F-4FE5-BBF4-E2EB8FC2390D}" dt="2026-02-28T15:16:30.936" v="1516" actId="20577"/>
          <ac:spMkLst>
            <pc:docMk/>
            <pc:sldMk cId="746317606" sldId="273"/>
            <ac:spMk id="341" creationId="{AB493A2F-B9A3-CDB5-81B7-C72A16B0681F}"/>
          </ac:spMkLst>
        </pc:spChg>
        <pc:spChg chg="mod">
          <ac:chgData name="Ines Belhoussine" userId="8779269a92f3eda0" providerId="LiveId" clId="{EDAE93F2-2B1F-4FE5-BBF4-E2EB8FC2390D}" dt="2026-03-08T14:39:55.492" v="2156"/>
          <ac:spMkLst>
            <pc:docMk/>
            <pc:sldMk cId="746317606" sldId="273"/>
            <ac:spMk id="344" creationId="{D95BC102-1518-B93B-FDCE-B746C5CC12F8}"/>
          </ac:spMkLst>
        </pc:spChg>
        <pc:picChg chg="add mod">
          <ac:chgData name="Ines Belhoussine" userId="8779269a92f3eda0" providerId="LiveId" clId="{EDAE93F2-2B1F-4FE5-BBF4-E2EB8FC2390D}" dt="2026-03-08T14:41:37.331" v="2167" actId="1076"/>
          <ac:picMkLst>
            <pc:docMk/>
            <pc:sldMk cId="746317606" sldId="273"/>
            <ac:picMk id="3" creationId="{E2592491-3AFB-3991-ED40-6A3A85243908}"/>
          </ac:picMkLst>
        </pc:picChg>
        <pc:picChg chg="add mod">
          <ac:chgData name="Ines Belhoussine" userId="8779269a92f3eda0" providerId="LiveId" clId="{EDAE93F2-2B1F-4FE5-BBF4-E2EB8FC2390D}" dt="2026-03-08T14:41:53.119" v="2174" actId="1076"/>
          <ac:picMkLst>
            <pc:docMk/>
            <pc:sldMk cId="746317606" sldId="273"/>
            <ac:picMk id="5" creationId="{33BD9265-F817-9FE5-1E75-F686321F60B5}"/>
          </ac:picMkLst>
        </pc:picChg>
      </pc:sldChg>
      <pc:sldChg chg="addSp modSp add mod">
        <pc:chgData name="Ines Belhoussine" userId="8779269a92f3eda0" providerId="LiveId" clId="{EDAE93F2-2B1F-4FE5-BBF4-E2EB8FC2390D}" dt="2026-03-08T14:43:10.784" v="2187" actId="1076"/>
        <pc:sldMkLst>
          <pc:docMk/>
          <pc:sldMk cId="73551690" sldId="274"/>
        </pc:sldMkLst>
        <pc:spChg chg="mod">
          <ac:chgData name="Ines Belhoussine" userId="8779269a92f3eda0" providerId="LiveId" clId="{EDAE93F2-2B1F-4FE5-BBF4-E2EB8FC2390D}" dt="2026-02-28T15:16:34.838" v="1518" actId="20577"/>
          <ac:spMkLst>
            <pc:docMk/>
            <pc:sldMk cId="73551690" sldId="274"/>
            <ac:spMk id="341" creationId="{5B09BD4F-738A-1FE6-422C-FD9ACD4700FE}"/>
          </ac:spMkLst>
        </pc:spChg>
        <pc:spChg chg="mod">
          <ac:chgData name="Ines Belhoussine" userId="8779269a92f3eda0" providerId="LiveId" clId="{EDAE93F2-2B1F-4FE5-BBF4-E2EB8FC2390D}" dt="2026-03-08T14:40:06.904" v="2157"/>
          <ac:spMkLst>
            <pc:docMk/>
            <pc:sldMk cId="73551690" sldId="274"/>
            <ac:spMk id="344" creationId="{46C6A2E0-6196-2230-A09A-E1371812F5B0}"/>
          </ac:spMkLst>
        </pc:spChg>
        <pc:picChg chg="add mod">
          <ac:chgData name="Ines Belhoussine" userId="8779269a92f3eda0" providerId="LiveId" clId="{EDAE93F2-2B1F-4FE5-BBF4-E2EB8FC2390D}" dt="2026-03-08T14:42:40.530" v="2180" actId="1076"/>
          <ac:picMkLst>
            <pc:docMk/>
            <pc:sldMk cId="73551690" sldId="274"/>
            <ac:picMk id="3" creationId="{54B2A204-4C29-3062-7F92-B0126E239E4F}"/>
          </ac:picMkLst>
        </pc:picChg>
        <pc:picChg chg="add mod">
          <ac:chgData name="Ines Belhoussine" userId="8779269a92f3eda0" providerId="LiveId" clId="{EDAE93F2-2B1F-4FE5-BBF4-E2EB8FC2390D}" dt="2026-03-08T14:43:10.784" v="2187" actId="1076"/>
          <ac:picMkLst>
            <pc:docMk/>
            <pc:sldMk cId="73551690" sldId="274"/>
            <ac:picMk id="5" creationId="{BF076DCC-C7E9-3168-2583-D02135A1EB8C}"/>
          </ac:picMkLst>
        </pc:picChg>
      </pc:sldChg>
      <pc:sldChg chg="addSp modSp add mod">
        <pc:chgData name="Ines Belhoussine" userId="8779269a92f3eda0" providerId="LiveId" clId="{EDAE93F2-2B1F-4FE5-BBF4-E2EB8FC2390D}" dt="2026-03-13T16:18:07.041" v="2337" actId="5793"/>
        <pc:sldMkLst>
          <pc:docMk/>
          <pc:sldMk cId="3279072239" sldId="275"/>
        </pc:sldMkLst>
        <pc:spChg chg="mod">
          <ac:chgData name="Ines Belhoussine" userId="8779269a92f3eda0" providerId="LiveId" clId="{EDAE93F2-2B1F-4FE5-BBF4-E2EB8FC2390D}" dt="2026-02-28T15:16:38.596" v="1521" actId="20577"/>
          <ac:spMkLst>
            <pc:docMk/>
            <pc:sldMk cId="3279072239" sldId="275"/>
            <ac:spMk id="341" creationId="{94FEDA52-31B1-F612-C8BC-B140DD2C4582}"/>
          </ac:spMkLst>
        </pc:spChg>
        <pc:spChg chg="mod">
          <ac:chgData name="Ines Belhoussine" userId="8779269a92f3eda0" providerId="LiveId" clId="{EDAE93F2-2B1F-4FE5-BBF4-E2EB8FC2390D}" dt="2026-03-08T14:40:17.214" v="2158"/>
          <ac:spMkLst>
            <pc:docMk/>
            <pc:sldMk cId="3279072239" sldId="275"/>
            <ac:spMk id="344" creationId="{A9390C4D-DACB-9BAA-9F05-B5EB8A1A4D92}"/>
          </ac:spMkLst>
        </pc:spChg>
        <pc:spChg chg="mod">
          <ac:chgData name="Ines Belhoussine" userId="8779269a92f3eda0" providerId="LiveId" clId="{EDAE93F2-2B1F-4FE5-BBF4-E2EB8FC2390D}" dt="2026-03-13T16:18:07.041" v="2337" actId="5793"/>
          <ac:spMkLst>
            <pc:docMk/>
            <pc:sldMk cId="3279072239" sldId="275"/>
            <ac:spMk id="345" creationId="{913A4837-261A-818A-F493-6E784BC4B2DD}"/>
          </ac:spMkLst>
        </pc:spChg>
        <pc:picChg chg="add mod">
          <ac:chgData name="Ines Belhoussine" userId="8779269a92f3eda0" providerId="LiveId" clId="{EDAE93F2-2B1F-4FE5-BBF4-E2EB8FC2390D}" dt="2026-03-08T14:45:27.810" v="2207" actId="1076"/>
          <ac:picMkLst>
            <pc:docMk/>
            <pc:sldMk cId="3279072239" sldId="275"/>
            <ac:picMk id="3" creationId="{68A93BC1-8317-FF7C-31FC-6B3EE5D454BF}"/>
          </ac:picMkLst>
        </pc:picChg>
        <pc:picChg chg="add mod">
          <ac:chgData name="Ines Belhoussine" userId="8779269a92f3eda0" providerId="LiveId" clId="{EDAE93F2-2B1F-4FE5-BBF4-E2EB8FC2390D}" dt="2026-03-08T14:45:41.308" v="2211" actId="1076"/>
          <ac:picMkLst>
            <pc:docMk/>
            <pc:sldMk cId="3279072239" sldId="275"/>
            <ac:picMk id="5" creationId="{33F35CAD-1D33-F62A-EF92-044222EDD5F0}"/>
          </ac:picMkLst>
        </pc:picChg>
      </pc:sldChg>
      <pc:sldChg chg="addSp modSp add mod">
        <pc:chgData name="Ines Belhoussine" userId="8779269a92f3eda0" providerId="LiveId" clId="{EDAE93F2-2B1F-4FE5-BBF4-E2EB8FC2390D}" dt="2026-03-13T16:17:44.306" v="2330" actId="5793"/>
        <pc:sldMkLst>
          <pc:docMk/>
          <pc:sldMk cId="3980047634" sldId="276"/>
        </pc:sldMkLst>
        <pc:spChg chg="mod">
          <ac:chgData name="Ines Belhoussine" userId="8779269a92f3eda0" providerId="LiveId" clId="{EDAE93F2-2B1F-4FE5-BBF4-E2EB8FC2390D}" dt="2026-02-28T15:16:41.489" v="1524" actId="20577"/>
          <ac:spMkLst>
            <pc:docMk/>
            <pc:sldMk cId="3980047634" sldId="276"/>
            <ac:spMk id="341" creationId="{8AEB2F0E-39BC-211E-42C5-9B11C3A751D6}"/>
          </ac:spMkLst>
        </pc:spChg>
        <pc:spChg chg="mod">
          <ac:chgData name="Ines Belhoussine" userId="8779269a92f3eda0" providerId="LiveId" clId="{EDAE93F2-2B1F-4FE5-BBF4-E2EB8FC2390D}" dt="2026-03-08T14:40:33.786" v="2159"/>
          <ac:spMkLst>
            <pc:docMk/>
            <pc:sldMk cId="3980047634" sldId="276"/>
            <ac:spMk id="344" creationId="{977A7BA1-4BF8-C9D2-8851-366D5F3B9400}"/>
          </ac:spMkLst>
        </pc:spChg>
        <pc:spChg chg="mod">
          <ac:chgData name="Ines Belhoussine" userId="8779269a92f3eda0" providerId="LiveId" clId="{EDAE93F2-2B1F-4FE5-BBF4-E2EB8FC2390D}" dt="2026-03-13T16:17:44.306" v="2330" actId="5793"/>
          <ac:spMkLst>
            <pc:docMk/>
            <pc:sldMk cId="3980047634" sldId="276"/>
            <ac:spMk id="345" creationId="{DE37C264-14F9-8D95-E396-D2361348DA30}"/>
          </ac:spMkLst>
        </pc:spChg>
        <pc:picChg chg="add mod">
          <ac:chgData name="Ines Belhoussine" userId="8779269a92f3eda0" providerId="LiveId" clId="{EDAE93F2-2B1F-4FE5-BBF4-E2EB8FC2390D}" dt="2026-03-08T14:47:20.689" v="2224" actId="1076"/>
          <ac:picMkLst>
            <pc:docMk/>
            <pc:sldMk cId="3980047634" sldId="276"/>
            <ac:picMk id="3" creationId="{677A9B11-3012-5294-F3C3-D4222DD6F193}"/>
          </ac:picMkLst>
        </pc:picChg>
        <pc:picChg chg="add mod">
          <ac:chgData name="Ines Belhoussine" userId="8779269a92f3eda0" providerId="LiveId" clId="{EDAE93F2-2B1F-4FE5-BBF4-E2EB8FC2390D}" dt="2026-03-08T14:47:22.292" v="2225" actId="1076"/>
          <ac:picMkLst>
            <pc:docMk/>
            <pc:sldMk cId="3980047634" sldId="276"/>
            <ac:picMk id="5" creationId="{F4E6168E-A563-6D7B-243D-372E8C928265}"/>
          </ac:picMkLst>
        </pc:picChg>
      </pc:sldChg>
      <pc:sldChg chg="addSp modSp add mod">
        <pc:chgData name="Ines Belhoussine" userId="8779269a92f3eda0" providerId="LiveId" clId="{EDAE93F2-2B1F-4FE5-BBF4-E2EB8FC2390D}" dt="2026-03-08T14:49:01.271" v="2238" actId="1076"/>
        <pc:sldMkLst>
          <pc:docMk/>
          <pc:sldMk cId="3365454558" sldId="277"/>
        </pc:sldMkLst>
        <pc:spChg chg="mod">
          <ac:chgData name="Ines Belhoussine" userId="8779269a92f3eda0" providerId="LiveId" clId="{EDAE93F2-2B1F-4FE5-BBF4-E2EB8FC2390D}" dt="2026-02-28T15:16:45.307" v="1527" actId="20577"/>
          <ac:spMkLst>
            <pc:docMk/>
            <pc:sldMk cId="3365454558" sldId="277"/>
            <ac:spMk id="341" creationId="{CAF8C1F9-7BC7-8CD4-007C-F1D61D4D0463}"/>
          </ac:spMkLst>
        </pc:spChg>
        <pc:spChg chg="mod">
          <ac:chgData name="Ines Belhoussine" userId="8779269a92f3eda0" providerId="LiveId" clId="{EDAE93F2-2B1F-4FE5-BBF4-E2EB8FC2390D}" dt="2026-03-08T14:40:47.313" v="2160"/>
          <ac:spMkLst>
            <pc:docMk/>
            <pc:sldMk cId="3365454558" sldId="277"/>
            <ac:spMk id="344" creationId="{F90010D2-4BD1-1598-10DD-EDDCDB4D767B}"/>
          </ac:spMkLst>
        </pc:spChg>
        <pc:picChg chg="add mod">
          <ac:chgData name="Ines Belhoussine" userId="8779269a92f3eda0" providerId="LiveId" clId="{EDAE93F2-2B1F-4FE5-BBF4-E2EB8FC2390D}" dt="2026-03-08T14:49:01.271" v="2238" actId="1076"/>
          <ac:picMkLst>
            <pc:docMk/>
            <pc:sldMk cId="3365454558" sldId="277"/>
            <ac:picMk id="3" creationId="{D1B4319C-8765-95AE-6EA8-8B830D902169}"/>
          </ac:picMkLst>
        </pc:picChg>
        <pc:picChg chg="add mod">
          <ac:chgData name="Ines Belhoussine" userId="8779269a92f3eda0" providerId="LiveId" clId="{EDAE93F2-2B1F-4FE5-BBF4-E2EB8FC2390D}" dt="2026-03-08T14:48:51.567" v="2236" actId="14100"/>
          <ac:picMkLst>
            <pc:docMk/>
            <pc:sldMk cId="3365454558" sldId="277"/>
            <ac:picMk id="5" creationId="{271FEFAC-4866-237D-5B5D-65A35B3651AA}"/>
          </ac:picMkLst>
        </pc:picChg>
      </pc:sldChg>
      <pc:sldChg chg="addSp delSp modSp add mod">
        <pc:chgData name="Ines Belhoussine" userId="8779269a92f3eda0" providerId="LiveId" clId="{EDAE93F2-2B1F-4FE5-BBF4-E2EB8FC2390D}" dt="2026-03-08T14:44:04.853" v="2202" actId="1076"/>
        <pc:sldMkLst>
          <pc:docMk/>
          <pc:sldMk cId="1521917637" sldId="278"/>
        </pc:sldMkLst>
        <pc:picChg chg="add mod">
          <ac:chgData name="Ines Belhoussine" userId="8779269a92f3eda0" providerId="LiveId" clId="{EDAE93F2-2B1F-4FE5-BBF4-E2EB8FC2390D}" dt="2026-03-08T14:43:47.627" v="2195" actId="1076"/>
          <ac:picMkLst>
            <pc:docMk/>
            <pc:sldMk cId="1521917637" sldId="278"/>
            <ac:picMk id="4" creationId="{86FA8726-5E0A-E8DF-AA2B-E5BAB074FC78}"/>
          </ac:picMkLst>
        </pc:picChg>
        <pc:picChg chg="add mod">
          <ac:chgData name="Ines Belhoussine" userId="8779269a92f3eda0" providerId="LiveId" clId="{EDAE93F2-2B1F-4FE5-BBF4-E2EB8FC2390D}" dt="2026-03-08T14:44:04.853" v="2202" actId="1076"/>
          <ac:picMkLst>
            <pc:docMk/>
            <pc:sldMk cId="1521917637" sldId="278"/>
            <ac:picMk id="7" creationId="{A993C82C-7FB5-8EC0-1364-0618AD1239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B8DCD67-CD94-0D0A-F9E9-FF5929CD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00DD2D1-FA84-31F2-AA3B-69A410408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4E30514-CE40-D230-C8CB-D9EB494F6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A9BB937D-C238-0BB0-D14F-0E72E6FB80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21926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CF1E53A-42FF-6DFE-235C-96E0ADCA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D6B00174-88C3-572B-0174-F69AAB209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6D3B90E-6ACB-03FD-FCDF-CEBC22E22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1EB8332A-EF4C-689D-4197-75FBDAFE3F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3621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1AA223D-77DC-5FFD-F71A-B94EE06E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8445654-478D-8528-96D9-B14D79DF4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6EFD9F3B-0379-FDFD-92F6-4816A15B9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D339B398-8A1A-C2B1-3EDB-788506ADB4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4251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F2291DB-7684-F606-8E9A-19C65A98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BD132515-D188-910A-B574-9832B0E17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C015DDC-6F27-AD73-4174-9CDE5DEEF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A1F460C-6EEE-4C33-00D2-581668D5AD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5084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75BD8A5-5736-DA8A-CE8F-E378816FD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2F84F1C4-A0D8-2484-BDEF-E097D0C031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7D124881-2A15-939C-D3DC-C4EFD0275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4C532D5E-F860-8466-3B22-5970F6885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6907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0AED102-96F8-5371-80A9-10273D11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7084A488-51A9-9824-7EDD-7BDAC831A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E075B79D-02F9-C38D-0571-FB79EFFEA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78A99E6-FC77-B6DD-4ADC-2DE354FFA0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9471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2B14935-12AB-32A2-ADFF-ADC44EFD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EA0AC511-5C9D-0839-402E-D6CA73A2DA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2A98F972-703B-1AB2-8E4E-CAD659A8D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A3E72F49-79E7-0F3B-F27E-AD03C006C4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2731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9A6FC3B-417A-4019-6EB2-752A5643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1E7570B-CFEC-3212-830A-B0F78B8FD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D11E4C10-7F46-6DC6-8CE7-8CE7F6935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B59C5A6-C5FA-82E9-0ED6-15ED2EDB2A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65070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A23432F-8746-E9EB-5CD7-2C65B0FE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C2B77683-45FA-8435-1820-3D02D23B0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7E41DBBE-9B4C-98DB-6AD5-6C865449D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7B75252E-B1E1-5E35-9F3A-CFF4C69053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089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9D26EEBB-6F09-A460-7D3A-7FC872FF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2A279E0-6232-13F2-221F-F6704EA55C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8EE20F5D-8812-A9CE-FA49-94C816449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BCD39857-6AAD-5472-37FC-F419D3297D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157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89C449A-690F-33D6-F363-CF84E8EA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990CA170-FD8F-9FA8-3CAF-D5B5FAFF2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70835F8-8DA8-9143-AD71-CE7823726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51F78027-E3B5-4652-785C-641FD15007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7426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94E8340-497F-52AA-5229-5D3B94F9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A60B8E9-0E73-EE65-8020-5FAC52010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8A13082A-B55B-ABF6-5613-42343EEF0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A140A6F6-9592-40D9-071A-DC12CED4AD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775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dirty="0"/>
              <a:t>Création et utilisation de la base de données</a:t>
            </a:r>
            <a:endParaRPr dirty="0"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Ines</a:t>
            </a:r>
            <a:r>
              <a:rPr lang="fr" dirty="0"/>
              <a:t> Belhoussine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>
                <a:solidFill>
                  <a:schemeClr val="bg2">
                    <a:lumMod val="10000"/>
                  </a:schemeClr>
                </a:solidFill>
              </a:rPr>
              <a:t>Base de données LaPlace Immo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L’entreprise </a:t>
            </a:r>
            <a:r>
              <a:rPr lang="fr-FR" dirty="0" err="1">
                <a:solidFill>
                  <a:schemeClr val="bg2">
                    <a:lumMod val="10000"/>
                  </a:schemeClr>
                </a:solidFill>
              </a:rPr>
              <a:t>LaPlace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fr-FR" dirty="0" err="1">
                <a:solidFill>
                  <a:schemeClr val="bg2">
                    <a:lumMod val="10000"/>
                  </a:schemeClr>
                </a:solidFill>
              </a:rPr>
              <a:t>immo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 souhaite analyser le marché immobilier français à partir des données DVF(demandes de valeurs foncières)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stratégie de sauvegarde et la conformité RGPD</a:t>
            </a:r>
            <a:endParaRPr b="0" dirty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u="sng" dirty="0">
                <a:solidFill>
                  <a:schemeClr val="bg2">
                    <a:lumMod val="10000"/>
                  </a:schemeClr>
                </a:solidFill>
              </a:rPr>
              <a:t>Conformité RGPD : 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Les noms des acquéreurs on été retiré pour respecter la RGPD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Les données sont publiques anonymisées et libre de droit.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u="sng" dirty="0">
                <a:solidFill>
                  <a:schemeClr val="bg2">
                    <a:lumMod val="10000"/>
                  </a:schemeClr>
                </a:solidFill>
              </a:rPr>
              <a:t>Stratégie de sauvegarde : 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Conservation des fichiers </a:t>
            </a:r>
            <a:r>
              <a:rPr lang="fr-FR" dirty="0" err="1">
                <a:solidFill>
                  <a:schemeClr val="bg2">
                    <a:lumMod val="10000"/>
                  </a:schemeClr>
                </a:solidFill>
              </a:rPr>
              <a:t>excel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 source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Sauvegarde de la base via des export SQL (</a:t>
            </a:r>
            <a:r>
              <a:rPr lang="fr-FR" dirty="0" err="1">
                <a:solidFill>
                  <a:schemeClr val="bg2">
                    <a:lumMod val="10000"/>
                  </a:schemeClr>
                </a:solidFill>
              </a:rPr>
              <a:t>dumb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Copie des fichiers sur un support externe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En cas de perte de données: recréation de la base via script SQL conservé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Réimport des fichiers CSV </a:t>
            </a:r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u="sng" dirty="0">
                <a:solidFill>
                  <a:schemeClr val="bg2">
                    <a:lumMod val="10000"/>
                  </a:schemeClr>
                </a:solidFill>
              </a:rPr>
              <a:t>Sources des données 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: DVF( demande de valeurs foncières)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Référentiel géographique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Données statistiques communales(population)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solidFill>
                <a:schemeClr val="bg2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Toutes ces données proviennent de sources publiques officielles(</a:t>
            </a:r>
            <a:r>
              <a:rPr lang="fr-FR" dirty="0" err="1">
                <a:solidFill>
                  <a:schemeClr val="bg2">
                    <a:lumMod val="10000"/>
                  </a:schemeClr>
                </a:solidFill>
              </a:rPr>
              <a:t>data.gouv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 et INSEE)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solidFill>
                <a:schemeClr val="bg2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solidFill>
                <a:schemeClr val="bg2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Nettoyage et sélection de données faites après études.</a:t>
            </a:r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L’extrait du dictionnaire des données(excel)</a:t>
            </a:r>
            <a:endParaRPr b="0" dirty="0"/>
          </a:p>
        </p:txBody>
      </p:sp>
      <p:sp>
        <p:nvSpPr>
          <p:cNvPr id="295" name="Google Shape;295;p37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nombre, Police, logiciel&#10;&#10;Le contenu généré par l’IA peut être incorrect.">
            <a:extLst>
              <a:ext uri="{FF2B5EF4-FFF2-40B4-BE49-F238E27FC236}">
                <a16:creationId xmlns:a16="http://schemas.microsoft.com/office/drawing/2014/main" id="{CDB4B1F3-F21C-09D6-FB29-5C07F041A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6342"/>
            <a:ext cx="9144000" cy="2019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31857" y="190500"/>
            <a:ext cx="8097768" cy="670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 </a:t>
            </a:r>
            <a:endParaRPr b="0" dirty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77ACE79-B5AF-9B37-5964-5D4EBA2CD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7" y="958490"/>
            <a:ext cx="8360228" cy="3994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90523" y="432996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 1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CAC02ED-9D12-F829-B208-AA84742F2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128" y="1466696"/>
            <a:ext cx="4429743" cy="22101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/>
              <a:t>Les requêtes ou screenshot qui permettent de démontrer le bon chargement des données</a:t>
            </a:r>
            <a:endParaRPr sz="2400" b="0"/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 dirty="0"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8A78C91-9178-CE38-B43E-E6F65A866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37" y="2760347"/>
            <a:ext cx="1701723" cy="1616637"/>
          </a:xfrm>
          <a:prstGeom prst="rect">
            <a:avLst/>
          </a:prstGeom>
        </p:spPr>
      </p:pic>
      <p:pic>
        <p:nvPicPr>
          <p:cNvPr id="11" name="Image 10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E4F507D1-D32B-6855-7204-6DEAA3270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37" y="1350647"/>
            <a:ext cx="2535568" cy="1409700"/>
          </a:xfrm>
          <a:prstGeom prst="rect">
            <a:avLst/>
          </a:prstGeom>
        </p:spPr>
      </p:pic>
      <p:pic>
        <p:nvPicPr>
          <p:cNvPr id="12" name="Image 11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7CCE95EA-DC8A-7BFB-372A-81191E6C1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366" y="2813570"/>
            <a:ext cx="2210314" cy="2227537"/>
          </a:xfrm>
          <a:prstGeom prst="rect">
            <a:avLst/>
          </a:prstGeom>
        </p:spPr>
      </p:pic>
      <p:pic>
        <p:nvPicPr>
          <p:cNvPr id="14" name="Image 1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B851C7B-0035-DDED-3A5F-09F4D95A6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2864" y="1262861"/>
            <a:ext cx="2036373" cy="1497486"/>
          </a:xfrm>
          <a:prstGeom prst="rect">
            <a:avLst/>
          </a:prstGeom>
        </p:spPr>
      </p:pic>
      <p:pic>
        <p:nvPicPr>
          <p:cNvPr id="20" name="Image 19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0081EEDC-FADF-0409-62B9-DC84D41D64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9237" y="821125"/>
            <a:ext cx="4098793" cy="2493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fr-FR" sz="1600" dirty="0">
                <a:solidFill>
                  <a:schemeClr val="dk1"/>
                </a:solidFill>
              </a:rPr>
              <a:t>Nombre total d’appartement vendus au premier semestre 2020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31 378 appartements on été vendu au premier semestre 2020</a:t>
            </a:r>
          </a:p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endParaRPr lang="fr-FR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 6" descr="Une image contenant texte, Appareils électroniques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603EC749-F6BA-7597-D754-46BF5FC6D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067" y="2052094"/>
            <a:ext cx="3086100" cy="2934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3C6BA46C-6B9A-570C-1D8B-17E44F87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A5F84EE-74E9-4CA4-2ED2-700A1E2FF1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EBB58BE3-36DC-F3FB-8D77-DC6AF0105C6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8F67248B-ECA5-5879-1069-89710F7FE0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E1A13FB6-35DB-BBCD-F904-367E3E7AD5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 nombre de ventes d’appartement par région pour le 1er semestre 2020</a:t>
            </a:r>
            <a:endParaRPr dirty="0"/>
          </a:p>
        </p:txBody>
      </p:sp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6327C3B-F6AE-FFB9-E31B-760C9FECB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94" y="2019300"/>
            <a:ext cx="5285793" cy="2091501"/>
          </a:xfrm>
          <a:prstGeom prst="rect">
            <a:avLst/>
          </a:prstGeom>
        </p:spPr>
      </p:pic>
      <p:pic>
        <p:nvPicPr>
          <p:cNvPr id="9" name="Image 8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F40C7EA2-4ED9-FACF-B0BA-4970EC6B7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005" y="1701403"/>
            <a:ext cx="3242349" cy="30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28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2AB5C69-5BCF-CCEB-943B-89364715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FE4F53D-47BA-3B4B-ED6E-8BD07CA575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878A1509-8DF1-A13D-C80C-D0CE42B7D7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7F889CC-2615-37E3-C61F-49B4929913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770B571-DA8B-8B20-054D-D867E11FE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Proportion des ventes d’appartements par le nombre de pièces.</a:t>
            </a:r>
            <a:endParaRPr dirty="0"/>
          </a:p>
        </p:txBody>
      </p:sp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89776FA-7D32-B3E7-1B76-C3432B3A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1489370"/>
            <a:ext cx="4472379" cy="2794288"/>
          </a:xfrm>
          <a:prstGeom prst="rect">
            <a:avLst/>
          </a:prstGeom>
        </p:spPr>
      </p:pic>
      <p:pic>
        <p:nvPicPr>
          <p:cNvPr id="9" name="Image 8" descr="Une image contenant text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C8EE7546-9FAE-42F2-7308-F5F849BDE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708" y="1859134"/>
            <a:ext cx="3677105" cy="242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48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885BEAAD-FA84-3FFE-7CDD-7341AAC33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5D63357B-171B-F8AF-1B8D-A899372A27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FEB0C87B-7D8E-A8D1-CB6B-C3C081F1FD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235CE17C-162D-98E5-8B55-4BC0829C3C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230CCF5-0AE8-A37B-4E04-E139F1ABE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10 départements où le prix du mètre carré est le plus élevé.</a:t>
            </a:r>
            <a:endParaRPr dirty="0"/>
          </a:p>
        </p:txBody>
      </p:sp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CBE47B6-55BE-6F16-C614-202B7C099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7" y="1572027"/>
            <a:ext cx="5317895" cy="1904598"/>
          </a:xfrm>
          <a:prstGeom prst="rect">
            <a:avLst/>
          </a:prstGeom>
        </p:spPr>
      </p:pic>
      <p:pic>
        <p:nvPicPr>
          <p:cNvPr id="11" name="Image 10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9EB44AE-2068-5DFB-F759-3028512A9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955" y="2264334"/>
            <a:ext cx="3988038" cy="258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38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743C320-52DF-D17B-2620-3CA74D00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66C66DE-04F7-4290-5FAF-AFE1D0B36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F15F6DD7-1BB3-CB53-09F4-2871C6783F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271929B-2DB2-6937-5ED9-383E79D1C4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FC9458C3-C6AC-5861-8BEF-4AF32AD5A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Prix moyen du mètre carré d’une maison en Île-de-France.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C1FC7630-1B2C-355F-05B2-C48B67F67D3C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prix moyen du mètre carré d’une maison en Ile de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rance est de 3997,71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08004902-4B99-10FC-593F-77AA81BC9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054" y="1871203"/>
            <a:ext cx="5637526" cy="289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64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047A491-5667-879B-D6FD-0F815EC3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1DDBE55A-48C4-276C-540D-E849629504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6D64AD48-20A5-94BD-FB88-E61D329555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1E7365A4-A399-2E33-EF4F-AB38954856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F89BE422-83D4-1DF5-0DEE-9109075FF0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10 appartements les plus chers avec la région et le nombre de mètres carrés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B2C34BAD-8BED-6E4B-2FF3-8DFDE1375E31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043ABB8-9E9B-5D36-2720-8921D6D45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572155"/>
            <a:ext cx="6156428" cy="2640701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9A8FFDD0-66FC-F1F9-2144-50245B6E7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86" y="3223650"/>
            <a:ext cx="3730027" cy="190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03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2FCF675-D4CC-E840-3091-C86845A2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423EDD80-55A0-BE9A-BBF4-C956C0F1C5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E2A32067-939E-9BC0-932B-B0CC209D583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065B60D-4FA9-A317-AEAA-D6C711CAAF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02DB34D5-09FF-0F5E-12C4-B127C63BC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Taux d’évolution du nombre de ventes entre le premier et le second trimestre de 2020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FA84490B-408A-A2D5-3624-187DA839CC29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B2BF8AE-1269-F20A-03E5-991E3C604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874183"/>
            <a:ext cx="4743450" cy="2393057"/>
          </a:xfrm>
          <a:prstGeom prst="rect">
            <a:avLst/>
          </a:prstGeom>
        </p:spPr>
      </p:pic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9A3A742-D8A9-3EE9-260F-EAC2450A9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027" y="2024377"/>
            <a:ext cx="367716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56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3DF0289-C1F4-5D10-D734-A5AFF2CD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B493A2F-B9A3-CDB5-81B7-C72A16B068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F71B1BB0-F6F9-8904-C6CC-C1CC5419507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575D030-FD57-B54B-CEE4-DCA1403040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95BC102-1518-B93B-FDCE-B746C5CC1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 classement des régions par rapport au prix au mètre carré des appartement de plus de 4 pièces.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A249466B-819A-12D4-88C6-97844A333ED2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E2592491-3AFB-3991-ED40-6A3A85243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1660287"/>
            <a:ext cx="5151541" cy="2241154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3BD9265-F817-9FE5-1E75-F686321F6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099" y="1552755"/>
            <a:ext cx="3240792" cy="301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17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674845D9-282F-B172-353D-9EE07D6B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5B09BD4F-738A-1FE6-422C-FD9ACD4700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54CDAEB3-FA88-E0E4-C76A-BB9E4DC8DC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DFE5C92-1A01-5397-2086-B9C3BEA9DB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46C6A2E0-6196-2230-A09A-E1371812F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communes ayant eu au moins 50 ventes au 1er trimestre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83E1CC67-8BA9-1C80-7C78-53095C0A014F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54B2A204-4C29-3062-7F92-B0126E239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1577094"/>
            <a:ext cx="5796697" cy="2077037"/>
          </a:xfrm>
          <a:prstGeom prst="rect">
            <a:avLst/>
          </a:prstGeom>
        </p:spPr>
      </p:pic>
      <p:pic>
        <p:nvPicPr>
          <p:cNvPr id="5" name="Image 4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BF076DCC-C7E9-3168-2583-D02135A1E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694" y="1264252"/>
            <a:ext cx="3549306" cy="270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1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6F755799-D747-3877-926A-A528A5F5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E15D01F-5111-F935-B440-84309BCAAB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AC72D98F-C45E-29E8-33DD-0BAB221ADB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F4A22BC-2021-2063-F1F8-99C5B5A607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E87B87F8-15AD-D2B8-9FE9-28DE4AF55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communes ayant eu au moins 50 ventes au 1er trimestre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6EDDCAEC-E028-14B5-EBD6-936FEB6848D3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 descr="Une image contenant text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86FA8726-5E0A-E8DF-AA2B-E5BAB074F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552755"/>
            <a:ext cx="4115176" cy="3111974"/>
          </a:xfrm>
          <a:prstGeom prst="rect">
            <a:avLst/>
          </a:prstGeom>
        </p:spPr>
      </p:pic>
      <p:pic>
        <p:nvPicPr>
          <p:cNvPr id="7" name="Image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993C82C-7FB5-8EC0-1364-0618AD123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23566"/>
            <a:ext cx="3962906" cy="206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17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B8AFD9A-CE18-BB52-F6D0-A34880E0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4FEDA52-31B1-F612-C8BC-B140DD2C45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94726D5A-91EE-0B9C-6DFC-A0D3FA31EA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BE01471-796E-4F9A-D56D-CFFACA8F12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A9390C4D-DACB-9BAA-9F05-B5EB8A1A4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Différence en pourcentage du prix au mètre carré entre un appartement de 2 pièces et un appartement de 3 pièces.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913A4837-261A-818A-F493-6E784BC4B2DD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Appareils électroniques, capture d’écran, affichage&#10;&#10;Le contenu généré par l’IA peut être incorrect.">
            <a:extLst>
              <a:ext uri="{FF2B5EF4-FFF2-40B4-BE49-F238E27FC236}">
                <a16:creationId xmlns:a16="http://schemas.microsoft.com/office/drawing/2014/main" id="{68A93BC1-8317-FF7C-31FC-6B3EE5D45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1868271"/>
            <a:ext cx="4426775" cy="3035914"/>
          </a:xfrm>
          <a:prstGeom prst="rect">
            <a:avLst/>
          </a:prstGeom>
        </p:spPr>
      </p:pic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33F35CAD-1D33-F62A-EF92-044222EDD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298" y="1897655"/>
            <a:ext cx="3439005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72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8E215FF-244F-3F8A-14FB-F167898D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8AEB2F0E-39BC-211E-42C5-9B11C3A75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84EE1925-3841-81DC-58B1-D9CAAB6C753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DB06C8AC-B473-1663-D94C-7977BFD3A8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977A7BA1-4BF8-C9D2-8851-366D5F3B9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Les moyennes de valeurs foncières pour le top 3 des communes des départements 6, 13, 33, 59 et 69.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DE37C264-14F9-8D95-E396-D2361348DA30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77A9B11-3012-5294-F3C3-D4222DD6F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121" y="1313440"/>
            <a:ext cx="4271097" cy="3590745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4E6168E-A563-6D7B-243D-372E8C928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04" y="2095500"/>
            <a:ext cx="3432083" cy="235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47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0A8B152-0F65-DBF6-F99E-2CF4F0F4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AF8C1F9-7BC7-8CD4-007C-F1D61D4D0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7CF1800A-0DE3-3B7E-B359-F5E55EDC6E8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814AF1C6-F0BB-A4E3-862C-A603E3BD78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F90010D2-4BD1-1598-10DD-EDDCDB4D7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Les 20 communes avec le plus de transactions pour 1000 habitants pour les communes qui dépassent les 10 000 habitants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F0B78559-DAD1-6A89-69F5-ABB3758ED6D3}"/>
              </a:ext>
            </a:extLst>
          </p:cNvPr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D1B4319C-8765-95AE-6EA8-8B830D90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536490"/>
            <a:ext cx="3988715" cy="1366665"/>
          </a:xfrm>
          <a:prstGeom prst="rect">
            <a:avLst/>
          </a:prstGeom>
        </p:spPr>
      </p:pic>
      <p:pic>
        <p:nvPicPr>
          <p:cNvPr id="5" name="Image 4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271FEFAC-4866-237D-5B5D-65A35B365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125" y="2355247"/>
            <a:ext cx="4970688" cy="266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54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4326</TotalTime>
  <Words>605</Words>
  <Application>Microsoft Office PowerPoint</Application>
  <PresentationFormat>Affichage à l'écran (16:9)</PresentationFormat>
  <Paragraphs>125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Arial Black</vt:lpstr>
      <vt:lpstr>Calibri</vt:lpstr>
      <vt:lpstr>Arial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données(excel)</vt:lpstr>
      <vt:lpstr>Le schéma relationnel normalisé 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Ines Belhoussine</cp:lastModifiedBy>
  <cp:revision>1</cp:revision>
  <dcterms:modified xsi:type="dcterms:W3CDTF">2026-03-13T18:30:05Z</dcterms:modified>
</cp:coreProperties>
</file>